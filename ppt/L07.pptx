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a:ea="">
                <a:solidFill>
                  <a:srgbClr val="FFFFFF"/>
                </a:solidFill>
                <a:latin typeface="微软雅黑"/>
                <a:ea typeface="微软雅黑"/>
              </a:rPr>
              <a:t>L07 · 读写分离实战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a:ea="">
                <a:solidFill>
                  <a:srgbClr val="BED8E8"/>
                </a:solidFill>
                <a:latin typeface="微软雅黑"/>
                <a:ea typeface="微软雅黑"/>
              </a:rPr>
              <a:t>企业级旅游智能体项目实战 · 第 7 周 · LF3 数据工程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a:ea="">
                <a:solidFill>
                  <a:srgbClr val="8FB6CE"/>
                </a:solidFill>
                <a:latin typeface="微软雅黑"/>
                <a:ea typeface="微软雅黑"/>
              </a:rPr>
              <a:t>双元制六步法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a:ea="">
                <a:solidFill>
                  <a:srgbClr val="FFFFFF"/>
                </a:solidFill>
                <a:latin typeface="微软雅黑"/>
                <a:ea typeface="微软雅黑"/>
              </a:rPr>
              <a:t>场所：企业集群　|　4 学时　|　enterprise-travel-agent 真实项目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流量画像：读多写少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读 100,000 QPS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写 2,000 QPS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50 比 1 → 读写分离收益巨大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本课布鲁姆目标：[分析]追踪 RoutingSessionF…；[应用]设置 TRAVEL_DB_READ_…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TiDB 三副本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TiKV Raft 三副本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follower 也能读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ReadIndex 保证一致性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SQLAlchemy 路由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官方 partitioning 模式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自定义 Session.get_bind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坑：必须放 sync_session_class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路由决策逻辑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flush/写 → primary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TextClause DML 前缀 → primary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其余 → read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双引擎实验设计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primary.sqlite 写标记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replica.sqlite 读标记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三断言验证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集群环境变量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TRAVEL_DB_READ_URL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TRAVEL_TIDB_REPLICA_READ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未配置=回退主库（零成本）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stale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列表页容忍 5 秒旧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跳过 ReadIndex 开销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tidb_read_staleness=5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force_primary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读改写竞态场景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session.info 标记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逃生门设计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实操路径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读 routing.py 源码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本地实验复现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集群观察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检查单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写落主库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读落副本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副本无写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记录完整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费曼题目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为什么写必须走主库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一致性视角讲解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成果物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路由验证报告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六步法教学过程（180 分钟）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步骤　|　时长　|　活动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资讯（Informieren）　|　30min　|　读多写少流量画像（10 万读 vs 2 千写）；TiDB 三副本架构图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计划（Planen）　|　20min　|　设计验证方案（双 sqlite 引擎实验 + 集群观察）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决策（Entscheiden）　|　15min　|　确定验证指标（写落主库、读落副本、副本无写）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实施（Durchführen）　|　70min　|　读 routing.py → 本地双引擎实验 → 集群环境变量观察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检查（Kontrollieren）　|　30min　|　三条断言逐条验证；互查实验记录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评价（Bewerten）　|　15min　|　费曼×3 + 师傅讲生产读写分离架构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费曼时刻 + 随堂快测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费曼题目：讲清：为什么写必须走主库（一致性视角）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规则：3 人 × 3 分钟；禁用未解释术语；卡壳当场补漏重讲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评分：清晰度2 + 类比质量2 + 应对追问1（过程考核素质分）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— 随堂快测 —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Q：get_bind override 为什么必须放 sync_session_class？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Q：读连接的 tidb_replica_read 推荐值？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Q：force_primary 的用途？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答案在教案：04-教案/（教师用）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课后任务与预告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课后作业：为 stale read 写一个适用场景说明（列表页）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企业衔接：企业架构：TiDB 集群真实拓扑参观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成果物提交：课程仓库 Issue（截图/文件）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下节课：见授课计划 02-授课计划.md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证据文化：所有结论必须有实测数据支撑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