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L05 · gRPC 与三面契约一致性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5 周 · LF2 接口设计与微服务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场所：企业集群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gRPC：二进制的效率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HTTP/2 + Protobuf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比 JSON 更小更快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强类型生成代码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本课布鲁姆目标：[记忆]说出 3 个 proto 文件、4 …；[分析]对照 proto/GraphQL/O…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本项目三份 proto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ranker.proto：打分两方法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policy.proto：决策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runtime.proto：运行时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ranker 双栈设计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8090 HTTP(gin)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9090 gRPC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transport=auto 自动降级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三面契约一致性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同一业务三张脸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字段/类型必须对齐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契约测试锁定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契约核对表方法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字段名/类型/是否缺失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逐项打钩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差异 =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实操：读真实文件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data-contracts/grpc/v1 目录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字段映射表填写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对照 GraphiQL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直连对照实验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ranker 30191 /v1/score/hotel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对比 GraphQL score 字段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同输入同输出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契约治理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改动必须三面同步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契约测试进 CI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大厂 SRE 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师傅分享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真实线上契约事故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治理流程与工具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三份核对表完成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直连对照通过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改进项至少 3 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为什么一个功能三种接口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REST/GraphQL/gRPC 各一场景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契约一致性核对表（三份）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gRPC 二进制协议与 JSON 对比；ranker 双栈（HTTP+gRPC）设计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分工：每组认领一份 proto 做字段映射表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核对表模板确认（字段/类型/缺失项/结论）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读仓库 data-contracts 实际文件→填核对表→调 ranker 直连接口对照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交叉核对他组核对表；师傅抽查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师傅总结契约治理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费曼题目：讲清：为什么一个功能要做三种接口（各给一个适用场景）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Q：ranker 的两个打分 rpc 是什么？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Q：三面契约是哪三面？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Q：common.proto 里有什么？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课后作业：在核对表中补建议改进项一列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企业衔接：企业实战：读真实 proto 文件；师傅讲契约治理流程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