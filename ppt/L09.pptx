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L09 · 令牌桶限流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9 周 · LF4 服务治理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限流算法家族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固定窗口/滑动窗口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漏桶/令牌桶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本项目选型：令牌桶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本课布鲁姆目标：[理解]推导 refill=limit/wi…；[应用]复现固定窗口 2 倍突破漏洞与令牌桶…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固定窗口的致命伤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窗口边界突发 2 倍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实测可复现的漏洞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真实缺陷修复案例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令牌桶模型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capacity = limit × burst(1.5)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refill = limit/window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连续补充，允许突发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Lua 原子实现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HMGET tokens/ts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补充 elapsed×refill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HSET + EXPIRE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降级设计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Redis 挂 → 本地桶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 pod 独立计数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保可用性优先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真实参数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TRAVEL_RATE_LIMIT_PER_MINUTE=600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集群部署实测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rejects_total 观测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实验一：漏洞复现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窗口边界 2 倍打点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旧算法通过 2N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记录实验数据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实验二：修复验证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burst=1.0 → capacity=limit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第 N+1 个被拒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test_token_bucket 六用例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限流保护谁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不是保护服务器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是保护所有用户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公平性与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漏洞复现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修复验证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曲线绘制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用例对账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限流保护的是谁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从用户体验角度讲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漏洞复现报告 + tokens 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限流算法家族（固定窗/滑动窗/漏桶/令牌桶）；本项目流量画像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设计漏洞复现实验（窗口边界打点）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确认实验脚本与判定标准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复现旧算法漏洞 → 逐行讲解 Lua 脚本 → 新算法实验（3 请求数验证）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对照测试 test_token_bucket.py 六用例互查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教师总结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费曼题目：讲清：限流保护的是谁（不是保护服务器，是保护所有人）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Q：默认 capacity 和 refill 是多少？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Q：为什么用 Lua？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Q：Redis 不可用时怎么办？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课后作业：用 Python 画令牌桶 tokens 随时间曲线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企业衔接：师傅讲：网关层限流与业务层限流的分工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