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L15 · 可观测性与容量外推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15 周 · LF6 部署运维与交付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可观测性三支柱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Metrics（本课）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Logging（Loki）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Tracing（OTel）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本课布鲁姆目标：[分析]读懂 /metrics 全部 tra…；[创造]用 25 req/s/pod 锚点外…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我们的指标全家福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requests_total / latency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cache_hit_rate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rejects_total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105 行真实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Prometheus 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HELP/TYPE 头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label 标签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histogram 分位数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Grafana 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集群 monitoring 命名空间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真实大盘参观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自建面板思路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容量外推模型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1M 在线 → 10 万 QPS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除以 25 = 4000 pods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LB 20 台 / TiDB 8+ / Redis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外推的假设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线性区间已实测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无共享瓶颈（Session 外置）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物理边界诚实声明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采购清单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API 节点 128 台 16C64G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压测集群 60 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成本模型思路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外推不等于吹牛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每个数字有锚点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不是 NOT_PROVEN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证据链文化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分组计算实操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四组分别算四层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交叉评审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对比官方清单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四层清单齐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假设标注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与官方对照差异小于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25 req/s 如何推出 4000 pod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现场演算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小组扩容清单终稿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Prometheus 指标四大类；实测 105 行 metrics 解读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外推模型参数认领（QPS/pod、LB 数、数据层）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假设清单确认（哪些必须实测锚定）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分组计算扩容清单 → 交叉评审 → 汇总对比官方清单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假设-结论对应检查；数量级合理性检查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教师点评模型漏洞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费曼题目：讲清：从 25 req/s 怎么算出 4000 个 pod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Q：单 pod P95 达标吞吐锚点？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Q：1M 在线需要多少入口连接承载？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Q：外推的物理边界声明？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课后作业：完成小组扩容清单终稿（含采购表）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企业衔接：师傅讲：真实容量规划会怎么开（成本视角）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