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L02 · 双元制学习方法与环境就绪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2 周 · LF1 项目认知与企业环境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场所：学校+企业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双元制第一课：走进企业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今天起你们有两个课堂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学校和真实企业机房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本课布鲁姆目标：[应用]在局域网完成三探针验证（health…；[应用]在 GraphiQL 中执行首次查询…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K8s 四个概念（图示）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Node = 物理机（本项目 2 台）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Pod = 容器组（服务实例）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Service = 稳定访问入口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NodePort = 对外开门 30181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我们的入口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API: http://10.167.2.175:30181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GraphiQL: 追加 /graphql/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ranker: :30191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三探针任务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/health → {status:ok}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/graphql/health → schema loaded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/metrics → 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GraphiQL 首查演示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粘贴 query { health }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点执行按钮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右侧出 JSON 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metrics 里有什么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travel_runtime_requests_total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travel_cache_hit_rate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travel_runtime_request_latency_seconds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企业参观注意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机房纪律：不碰线缆、不插U盘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记录：几台服务器？什么机柜？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师傅演示：kubectl get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检查单互查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每人 6 项逐项打钩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组内交叉验证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教师抽检 3 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环境就绪检查表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三探针 200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GraphiQL 首查成功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metrics 打开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签名+日期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向同伴解释：什么是 Pod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禁用术语：编排、调度、控制器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提示：把 Pod 比作一个集装箱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环境就绪检查表（组内每人一份）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拍照上传课程仓库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下周预告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REST 契约与接口测试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预习：局域网指南第 2 节用例表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K8s 概念速讲（Pod/Node/Service/NodePort 图示）；发环境就绪检查表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各组分配双节点入口（175/176）、制定检查分工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确认每人都能访问入口；网络不通者登记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企业师傅带参观机房，回机房完成三探针+GraphiQL 首查+metrics 阅读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按检查单逐项打钩互查；教师抽检 3 组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企业师傅点评 + 提交环境就绪检查表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费曼题目：向同伴解释：什么是集群里的 Pod，Pod 和我们自己的电脑有什么区别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Q：NodePort 30181 映射到 Pod 的哪个端口？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Q：GraphiQL 入口的完整 URL？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Q：Pod 的健康检查叫什么？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课后作业：环境就绪检查表签名提交；预习 REST 契约（局域网指南第 2 节）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企业衔接：企业参观：机柜、节点、监控大屏；师傅演示 kubectl get pods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