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L12 · BDD 中文场景实战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12 周 · LF5 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BDD：业务方看得懂的测试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Gherkin 自然语言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Given-When-Then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场景 = 验收标准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本课布鲁姆目标：[应用]编写 Gherkin 中文场景并跑通…；[理解]解释 BDD 让业务方读懂测试的机制…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真实 feature 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 个中文场景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黄金周推荐/默认行程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契约一致/探针/守卫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pytest-bdd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scenario 装饰器绑定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步骤定义函数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fixture 传状态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降级环境 fixture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TRAVEL_EVENT_BUS=local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无 Pulsar 也能测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30 秒 publish 阻塞教训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场景设计方法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业务流程拆步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每个场景一个关注点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数据用例子参数化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实操：复现五场景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全部跑通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观察输出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修改断言体验失败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创作：新场景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改签流程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取消流程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中文步骤定义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业务方审读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非技术同学朗读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能看懂 = 合格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看不懂 = 重写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场景与用例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BDD 是验收语言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不是替代单测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分层各司其职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五场景复现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新场景跑通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业务方审读通过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BDD 如何让业务方看懂测试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举黄金周场景为例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新增 feature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读 travel_recommend.feature 五个真实场景；Gherkin 语法 15 分钟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小组选 2 个新业务场景（改签/取消/并发抢单）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场景步骤粒度确认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复现现有 5 场景 → 编写新 feature → 跑通 → 中文断言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业务方视角审读（非技术同学能否看懂）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优秀场景展示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费曼题目：讲清：BDD 如何让业务方看懂测试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Q：Gherkin 三大关键字？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Q：pytest-bdd 的场景装饰器？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Q：项目 BDD 场景文件在哪？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课后作业：为小程序端设计 1 个离线场景 feature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企业衔接：师傅讲：验收标准即自动化测试的实践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