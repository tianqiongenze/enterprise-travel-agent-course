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a:ea="">
                <a:solidFill>
                  <a:srgbClr val="FFFFFF"/>
                </a:solidFill>
                <a:latin typeface="微软雅黑"/>
                <a:ea typeface="微软雅黑"/>
              </a:rPr>
              <a:t>L03 · REST 契约与接口测试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a:ea="">
                <a:solidFill>
                  <a:srgbClr val="BED8E8"/>
                </a:solidFill>
                <a:latin typeface="微软雅黑"/>
                <a:ea typeface="微软雅黑"/>
              </a:rPr>
              <a:t>企业级旅游智能体项目实战 · 第 3 周 · LF2 接口设计与微服务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a:ea="">
                <a:solidFill>
                  <a:srgbClr val="8FB6CE"/>
                </a:solidFill>
                <a:latin typeface="微软雅黑"/>
                <a:ea typeface="微软雅黑"/>
              </a:rPr>
              <a:t>双元制六步法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a:ea="">
                <a:solidFill>
                  <a:srgbClr val="FFFFFF"/>
                </a:solidFill>
                <a:latin typeface="微软雅黑"/>
                <a:ea typeface="微软雅黑"/>
              </a:rPr>
              <a:t>场所：学校　|　4 学时　|　enterprise-travel-agent 真实项目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REST 契约：接口的法律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请求 6 字段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响应 6 区块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契约 = 双方的法律条文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本课布鲁姆目标：[理解]解读 /recommend 请求/响…；[应用]执行参数校验用例（空参/错误类型）并…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/recommend 请求体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city/days/budget/travelers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preferences 数组 / membershipTier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全部有默认值 → 空对象可用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/recommend 响应（真实）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city: 北京, days: 3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北京中心商务酒店 780 score 1.147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北京家庭轻居酒店 520 score 1.125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参数校验 422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days 传字符串 → 422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FastAPI 自动校验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错误信息定位到字段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用例设计方法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等价类：正常/异常/边界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实战：days=0、负数、超大值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记录：输入/期望/实际/结论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契约事故案例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字段改名 → 前端白屏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没有契约测试 → 上线才炸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解决：契约测试进 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实操：curl 五连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空参 / 多城市 / 错误类型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每次记录 HTTP 状态码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截图留证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契约的三种接口风格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REST / GraphQL / gRPC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同一业务三张脸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下一课 GraphQL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常见坑（Windows）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引号转义问题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解决：--data-binary 引用文件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用 curl.exe 而不是 curl 别名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检查单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5 用例全执行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422 验证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六字段断言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截图归档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费曼题目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契约不一致会出什么事故？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要求：讲一个具体场景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成果物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接口用例表（含执行结果）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补 3 个边界用例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六步法教学过程（180 分钟）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步骤　|　时长　|　活动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资讯（Informieren）　|　30min　|　真实事故案例：字段改名导致前端白屏；讲契约测试思想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计划（Planen）　|　20min　|　小组从用例表选 5 个用例设计输入数据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决策（Entscheiden）　|　15min　|　组间交换用例互补（边界值/异常值覆盖）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实施（Durchführen）　|　70min　|　curl 逐条执行用例（含 422 校验、六字段断言、多城市对比）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检查（Kontrollieren）　|　30min　|　对照接口用例表互查；截图留证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评价（Bewerten）　|　15min　|　费曼×3 + 总结：契约即法律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费曼时刻 + 随堂快测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费曼题目：讲清：契约不一致会发生什么事故（举一个具体场景）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规则：3 人 × 3 分钟；禁用未解释术语；卡壳当场补漏重讲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评分：清晰度2 + 类比质量2 + 应对追问1（过程考核素质分）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— 随堂快测 —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Q：/recommend 的响应有哪 6 个字段？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Q：days 传字符串 abc 会返回什么状态码？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Q：契约的单一事实源放哪里？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答案在教案：04-教案/（教师用）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课后任务与预告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课后作业：补 3 个边界用例（days=0/负数/超大值）并记录响应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企业衔接：企业案例：师傅分享一次线上接口事故复盘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成果物提交：课程仓库 Issue（截图/文件）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下节课：见授课计划 02-授课计划.md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证据文化：所有结论必须有实测数据支撑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