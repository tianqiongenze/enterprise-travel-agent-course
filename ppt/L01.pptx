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L01 · 课程导论：百万并发旅游智能体全景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1 周 · LF1 项目认知与企业环境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课程封面：企业级旅游智能体项目实战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德国双元制本土化 · 64 学时 · 4 学分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真实项目：enterprise-travel-agent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真实集群：10.167.2.175/176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本课布鲁姆目标：[记忆]说出本项目 6 个服务的名称、语言与…；[记忆]陈述流量模型：1M 在线 → 10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这门课和别的课不一样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载体是一个真实上线的项目，不是玩具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所有数据来自生产级 K8s 集群实测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企业师傅 + 学校教师双导师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我们的主角：旅游智能体平台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网关(Java) + 运行时(Python) + 4 个 Go 服务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REST + GraphQL + gRPC 三种接口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TiDB / Redis / Pulsar / Milvus 真实中间件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百万并发是什么概念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1,000,000 人同时在线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→ 100,000 QPS 读流量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→ 80,000 并发 AI 行程生成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→ 2,000 QPS 写流量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单机为什么撑不住（实测）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单 pod 稳态：约 25 req/s（P95 达标）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100,000 ÷ 25 = 4,000 个 pod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→ 所以需要集群 + 弹性扩缩容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六步法：我们每次课怎么上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资讯 30 分 → 计划 20 分 → 决策 15 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→ 实施 70 分 → 检查 30 分 → 评价 15 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学生是行动主体，教师是咨询者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双元制：两个学习地点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学校：理论 + 演练（浏览器即可）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企业：真实集群 SSH / NodePort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线上：GitHub 两个仓库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考核结构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过程考核 40%（六份成果物）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企业实践 30%（师傅评价）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期末答辩 30%（企业师傅参与）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费曼学习法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学会的标志是能讲明白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每次课 3 人 × 3 分钟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卡壳不是丢分，是得分机会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布鲁姆爬坡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记忆→理解→应用→分析→评价→创造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每次课爬到应用层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每个学习领域爬到分析/评价层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本课学习地图（16 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LF1 认知(2周) LF2 接口(3周) LF3 数据(3周)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LF4 治理(2周) LF5 质量(3周) LF6 交付(3周)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下周任务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环境就绪检查表（三探针 + GraphiQL）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阅读：局域网人工测试指南 §1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思考：你最想在哪个岗位工作？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文旅数字化案例导入；发放课程包与任务书；PPT 全景讲解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分组（4-6 人）、角色分配（组长/记录员/汇报员）、制定学期学习公约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各组陈述学期目标与分工，教师质询修正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手绘系统架构图（6 服务 + 流量数字标注）；对照 fourth-round 方案自查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组间互评架构图（检查单：6 服务齐全？端口正确？数字有出处？）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费曼时刻×3 + 教师总结 + 预告下周环境搭建任务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费曼题目：用大白话讲：为什么 1 万人同时抢票系统会崩，而 12306 能扛住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Q：本项目哪个服务负责 AI 行程编排？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Q：1M 在线对应的读 QPS 是多少？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Q：集群有几台物理机？配置多少？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课后作业：阅读课程标准全文；在 GitHub 注册账号并 Star 主项目仓库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企业衔接：企业参观预告：第 2 周进企业机房认识真实集群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