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a:ea="">
                <a:solidFill>
                  <a:srgbClr val="FFFFFF"/>
                </a:solidFill>
                <a:latin typeface="微软雅黑"/>
                <a:ea typeface="微软雅黑"/>
              </a:rPr>
              <a:t>L11 · TDD 与契约测试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a:ea="">
                <a:solidFill>
                  <a:srgbClr val="BED8E8"/>
                </a:solidFill>
                <a:latin typeface="微软雅黑"/>
                <a:ea typeface="微软雅黑"/>
              </a:rPr>
              <a:t>企业级旅游智能体项目实战 · 第 11 周 · LF5 质量保障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">
                <a:solidFill>
                  <a:srgbClr val="8FB6CE"/>
                </a:solidFill>
                <a:latin typeface="微软雅黑"/>
                <a:ea typeface="微软雅黑"/>
              </a:rPr>
              <a:t>双元制六步法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">
                <a:solidFill>
                  <a:srgbClr val="FFFFFF"/>
                </a:solidFill>
                <a:latin typeface="微软雅黑"/>
                <a:ea typeface="微软雅黑"/>
              </a:rPr>
              <a:t>场所：学校　|　4 学时　|　enterprise-travel-agent 真实项目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测试金字塔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单元测试最多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契约/集成居中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E2E 少而精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本项目 120+8+13+5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本课布鲁姆目标：[应用]按先红后绿流程新增一个测试用例…；[分析]分析项目测试分层（单元/契约/功能/…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TDD 三律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Red → Green → Refactor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先写失败测试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最小实现通过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项目测试风格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tests 目录 test 前缀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真实用例读法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断言即规格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先红后绿实操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选定模块函数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写断言 → 跑红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最小实现 → 跑绿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CI 阈值即门禁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k6 thresholds 退出码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P95&lt;300ms 硬门禁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红灯纪律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契约测试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三面契约防漂移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test_graphql_contract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schema 变更即失败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Go race 文化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数据竞争 CI 拦截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sync.Once 修复案例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并发质量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回归纪律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每次提交全量 120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8 秒完成的底气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测试即文档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挑战包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给 GraphQL 加字段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三面契约同步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冲击创造层级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检查单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先红截图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后绿截图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全量回归绿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同伴互查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费曼题目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先写测试为什么反而更快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返工成本视角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新增用例（PR 格式）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六步法教学过程（180 分钟）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步骤　|　时长　|　活动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资讯（Informieren）　|　30min　|　项目测试全景（Python 120 / Go race / maven / BDD）；TDD 三律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计划（Planen）　|　20min　|　选题：给 multilevel_cache 或 token_bucket 加用例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决策（Entscheiden）　|　15min　|　用例断言确认（先写失败断言）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实施（Durchführen）　|　70min　|　写失败用例 → 跑红 → 最小实现 → 跑绿 → 重构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检查（Kontrollieren）　|　30min　|　全量回归 120 用例必须全绿；互查命名与断言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评价（Bewerten）　|　15min　|　费曼×3 + 总结测试金字塔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费曼时刻 + 随堂快测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费曼题目：讲清：先写测试为什么反而更快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规则：3 人 × 3 分钟；禁用未解释术语；卡壳当场补漏重讲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评分：清晰度2 + 类比质量2 + 应对追问1（过程考核素质分）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— 随堂快测 —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Q：TDD 三律是什么？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Q：项目 Python 回归多少用例？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Q：Go 测试的门禁参数？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答案在教案：04-教案/（教师用）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课后任务与预告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课后作业：再补 1 个边界用例并提交 PR 格式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企业衔接：师傅讲：CI 红灯纪律（谁破坏谁修复）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成果物提交：课程仓库 Issue（截图/文件）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下节课：见授课计划 02-授课计划.md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证据文化：所有结论必须有实测数据支撑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