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L13 · K6+Locust 压测实战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13 周 · LF5 质量保障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场所：企业集群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压测双雄分工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K6：协议层/CI 门禁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Locust：业务仿真/Python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交叉验证正负 15%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本课布鲁姆目标：[应用]执行一轮 K6 压测并解读 thre…；[分析]分析 50VU 与 200VU 两轮…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三轮基线数据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50VU：252 req/s，P95 262ms，达标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200VU：155 req/s，P95 4.5s，不达标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结论：横向扩容才是路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K6 脚本解剖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scenarios ramping-vus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thresholds 三条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GraphQL+REST 混合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集群内执行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ConfigMap 挂脚本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Job 跑完即走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不污染被测系统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Locust 分布式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master+2 worker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400 用户业务旅程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31,793 请求 0 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瓶颈分析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2 核 limit + GIL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P95 变慢但 0 错误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HPA 扩容是解药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阈值门禁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P95&lt;300ms 硬门禁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失败率&lt;0.1%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挂了不让上线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实操流程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报备 → 执行 → 采集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metrics 对账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数据填表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报告模板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目的/方法/数据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瓶颈分析/建议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证据截图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与基线正负 15%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阈值结果记录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metrics 对账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P95 和平均值哪个重要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长尾用户体验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小组压测报告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压测报告解读（三轮数据表）；k6 与 locust 分工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小组定 VU 档位与观察指标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压测报备与安全边界（不轰炸生产 ns）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复跑 K6 Job → 采集 metrics → Locust UI 一轮 → 数据填表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与基线对比（正负 15% 内合格）；异常数据复盘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各组数据对比点评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费曼题目：讲清：P95 和平均值哪个重要（长尾体验）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Q：50VU 稳态吞吐和 P95？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Q：200VU 时瓶颈在哪？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Q：k6 阈值失败会怎样？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课后作业：小组压测报告（数据+瓶颈分析+建议）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企业衔接：企业实战：真实集群压测全流程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