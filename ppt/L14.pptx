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a:ea="">
                <a:solidFill>
                  <a:srgbClr val="FFFFFF"/>
                </a:solidFill>
                <a:latin typeface="微软雅黑"/>
                <a:ea typeface="微软雅黑"/>
              </a:rPr>
              <a:t>L14 · K8s 部署与 HPA 弹性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a:ea="">
                <a:solidFill>
                  <a:srgbClr val="BED8E8"/>
                </a:solidFill>
                <a:latin typeface="微软雅黑"/>
                <a:ea typeface="微软雅黑"/>
              </a:rPr>
              <a:t>企业级旅游智能体项目实战 · 第 14 周 · LF6 部署运维与交付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">
                <a:solidFill>
                  <a:srgbClr val="8FB6CE"/>
                </a:solidFill>
                <a:latin typeface="微软雅黑"/>
                <a:ea typeface="微软雅黑"/>
              </a:rPr>
              <a:t>双元制六步法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">
                <a:solidFill>
                  <a:srgbClr val="FFFFFF"/>
                </a:solidFill>
                <a:latin typeface="微软雅黑"/>
                <a:ea typeface="微软雅黑"/>
              </a:rPr>
              <a:t>场所：企业集群　|　4 学时　|　enterprise-travel-agent 真实项目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travel-prod 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api×3（HPA 3→30）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go-ranker×2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NodePort 30181/30191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本课布鲁姆目标：[应用]解读 travel-prod 命名空…；[分析]分析 HPA 3→11 副本的扩容决…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Deployment 解剖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镜像 fourth6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resources 500m/512Mi 到 2核2Gi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readiness /health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Service 双入口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ClusterIP 集群内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NodePort 30181 局域网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双节点等价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HPA 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min 3 / max 30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CPU 65% 目标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metrics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真实扩容事件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200VU 压测触发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3→11 副本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事件时间线解读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kubectl 观察五连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get pods -w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get hpa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rollout status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get events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top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ConfigMap 与脚本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k6 脚本进 ConfigMap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Job 跑完即走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配置与代码分离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健康探针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readiness 决定流量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liveness 决定重启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initialDelay 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弹性设计哲学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无状态优先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扩容是解药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限流是保险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检查单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对象清单齐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扩容时间线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rollout 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费曼题目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HPA 怎么知道该加机器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指标→决策全链路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部署观察记录 + 决策链图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六步法教学过程（180 分钟）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步骤　|　时长　|　活动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资讯（Informieren）　|　30min　|　K8s 对象速查卡；真实部署清单解读（yaml 逐段）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计划（Planen）　|　20min　|　观察方案：谁看 pods/谁看 hpa/谁看 events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决策（Entscheiden）　|　15min　|　压测联动确认（第 13 周脚本复用）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实施（Durchführen）　|　70min　|　kubectl get all → 触发负载 → 观察 HPA 扩容 → rollout 记录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检查（Kontrollieren）　|　30min　|　对象清单核对；扩容时间线记录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评价（Bewerten）　|　15min　|　费曼×3 + 师傅总结弹性设计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费曼时刻 + 随堂快测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费曼题目：讲清：HPA 怎么知道该加机器了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规则：3 人 × 3 分钟；禁用未解释术语；卡壳当场补漏重讲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评分：清晰度2 + 类比质量2 + 应对追问1（过程考核素质分）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— 随堂快测 —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Q：HPA 的目标指标和阈值？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Q：readinessProbe 探测什么？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Q：HPA 上下限？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答案在教案：04-教案/（教师用）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课后任务与预告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课后作业：画 HPA 决策链路图（指标→API→决策→扩容）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企业衔接：企业观察：真实扩容事件（3→11 副本）时间线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成果物提交：课程仓库 Issue（截图/文件）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下节课：见授课计划 02-授课计划.md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证据文化：所有结论必须有实测数据支撑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