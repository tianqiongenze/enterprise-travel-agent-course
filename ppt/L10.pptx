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L10 · 异步削峰队列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10 周 · LF4 服务治理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场所：企业集群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削峰：为什么必须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80,000 并发 LLM 生成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同步 → 全员超时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异步 → 排队但都不丢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本课布鲁姆目标：[理解]解释骨架先返回+完整生成入队的削峰逻…；[应用]跑通 GenerationWorke…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架构：骨架先返回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同步接口返回骨架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完整生成入队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完成后可查询/推送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GenerationTask 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queued → running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→ done / failed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task_id 查询状态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双后端设计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local = asyncio.Queue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pulsar = topic 生产者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Pulsar 挂 → 降级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Worker 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concurrency 可配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asyncio.gather 并发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失败标记 failed+error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KEDA 扩容思想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按 backlog 深度扩容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队列长 → 加 worker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队列空 → 缩到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Pulsar 集群观察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broker×2 / bookie×2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cluster platform-plus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真实 topic 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实验：六用例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roundtrip/status/worker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失败路径/序列化/背压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全部跑通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自写实验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生产 10 任务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观察消费完成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记录吞吐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四态流转齐全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失败路径验证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实验记录完整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80 万人同时生成行程为什么排队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用景区预约类比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队列实验记录 + KEDA 草案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LLM 生成时延画像（秒级）；1M 用户同时生成会怎样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设计队列实验（生产者/消费者/状态查询）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确认并发 worker 数与预期吞吐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跑 test_itinerary_queue 六用例 → 自写生产消费实验 → Pulsar 集群观察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状态流转四态齐全检查；失败路径验证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师傅讲消息队列生产实践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费曼题目：讲清：为什么 80 万人同时生成行程要排队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Q：任务状态机有哪四态？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Q：队列 topic 叫什么？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Q：为什么不用 Redis Streams？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课后作业：设计 KEDA 扩容规则草案（按 backlog 深度）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企业衔接：企业观察：Pulsar 集群真实 topic 与订阅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