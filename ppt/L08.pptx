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L08 · 多级缓存 L1/L2/L3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8 周 · LF3 数据工程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四级缓存全景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L1 进程内 TTLCache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L2 Redis Cluster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L3 Milvus 语义缓存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L4 LLM 结果缓存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本课布鲁姆目标：[应用]复现 L1 命中收益实验（10 万次…；[分析]分析缓存穿透/击穿/雪崩三者差异与本…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L1 为什么快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微秒级 vs 毫秒级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实测：10 万次 232ms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 pod 独立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TTLCache 的坑（真实缺陷）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cachetools 用中括号存取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get/set 静默失效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集群压测才暴露 → facade 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L2 fail-open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Redis 挂了不等于服务挂了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回源取数据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catch 一切缓存异常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失效广播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写路径 → invalidate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pub/sub 通知所有 pod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L1 立即删除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防三兄弟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穿透：不存在键打穿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击穿：热键过期瞬间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雪崩：同时过期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对策：TTL 抖动 + 幂等 SETNX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命中率指标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travel_cache_hit_rate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l1/l2_hits 与 misses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压测门禁 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 秒窗口重复查询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观察 l1_hits 递增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invalidate 后归零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微基准复现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10 万次 L1 命中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232ms 总耗时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4.3 万 ops/s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命中实验通过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失效广播验证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指标对账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雪崩与击穿的区别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各举一个场景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缓存实验记录 + 四级缓存图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四级缓存全景（L1/L2/L3语义/LLM语义）；真实指标行解读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设计命中实验与失效实验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确定实验变量（TTL、键、失效广播）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微基准复现 → 5 秒窗口命中实验 → invalidate 广播验证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metrics 三计数对账（l1_hits/l2_hits/misses）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教师总结 fail-open 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费曼题目：讲清：缓存雪崩和缓存击穿的区别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Q：L1 的 TTL 默认几秒？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Q：Redis 挂了会怎样？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Q：失效广播用什么机制？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课后作业：画本项目缓存四级图并标注 TTL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企业衔接：师傅讲：Redis 8 新特性与生产缓存规范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