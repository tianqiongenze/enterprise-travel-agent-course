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L06 · DDD 聚合与仓储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6 周 · LF3 数据工程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DDD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领域驱动设计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以业务语言建模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反对只有表没有业务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本课布鲁姆目标：[理解]解释 TripPlan 聚合根与边界…；[应用]绘制本模块聚合关系图并标注仓储端口…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四层架构落位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domain / application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infrastructure / interfaces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本项目真实目录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TripPlan 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聚合根：TripPlan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实体：行程天/选项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值对象：偏好/预算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仓储端口与适配器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端口 = 接口（domain 定义）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适配器 = 实现（infra）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测试可替换内存实现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领域事件外送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TripPlan 变更 → 事件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Pulsar/local 双后端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下游解耦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贫血与充血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贫血：只有 getter/setter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充血：行为在对象上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本项目务实混合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读真实测试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test_trip_plan_persistence.py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138 行覆盖创建/查询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先看测试懂设计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绘图实操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聚合关系图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标注端口/事件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组内互讲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常见误区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聚合 = 一堆表？错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边界过大 → 性能差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边界过小 → 不一致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图完整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端口标注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有测试对照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讲清边界理由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聚合根和数据库表的区别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提示：一致性与事务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TripPlan 聚合关系图（拍照）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DDD 四层架构在项目中的落位；TripPlan 持久化测试解读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小组认领：画聚合图或找仓储端口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确认图的元素清单（实体/值对象/端口/事件）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读 infrastructure/repositories.py 与测试 → 绘图 → 互相讲解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对照测试用例验证图正确性（每个仓储方法都有用例吗）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教师点评边界划法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费曼题目：讲清：聚合根和数据库表的区别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Q：TripPlan 仓储的端口接口在哪个包？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Q：领域事件外送到哪里？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Q：聚合边界等于什么？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课后作业：为行程增加收藏夹功能设计聚合草图（不实现）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企业衔接：师傅讲：真实项目里 DDD 的妥协与务实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