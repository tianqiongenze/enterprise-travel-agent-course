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L16 · 项目答辩与费曼展示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16 周 · LF6 部署运维与交付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场所：学校+企业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答辩日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16 周的行动总汇报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评委：教师+企业师傅+模拟客户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每组 15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本课布鲁姆目标：[创造]完成小组综合答辩（架构+数据+演示）…；[评价]评价他组成果并提问质询…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答辩结构模板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架构 3 分 → 数据 3 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演示 3 分 → 扩容 3 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质询 3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评分权重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技术 50%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表达 30%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费曼（客户视角）20%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证据链要求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每个结论都有实测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每张图都有出处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每个数字可复现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模拟客户环节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非技术语言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讲体验不讲实现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回答这对我有什么用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组间互评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交叉提问 2 个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互评表打分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学习他组亮点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企业师傅评审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职业素养评价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企业实践证明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就业推荐机会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颁奖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金牌讲解员 3 名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最佳团队 1 组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师傅署名证书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课程总结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六步法走完 16 次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布鲁姆爬到创造层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双元两个课堂合一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下一站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顶岗实习方向建议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毕业设计课题池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主项目持续更新同步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致谢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企业工程师团队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学校教研室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每一位坚持下来的你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课程反思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500 字反思报告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三方法各自收获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成为你的学习方法论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20min　|　答辩规则与评分表说明（技术50+表达30+费曼20）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各组最后彩排与分工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10min　|　出场顺序抽签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100min　|　六组答辩（每组 15 分钟：陈述 10 + 质询 5）；模拟客户费曼环节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评委合议 + 组间互评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20min　|　颁奖（金牌讲解员/最佳团队）+ 课程总结 + 致企业师傅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费曼题目：向模拟文旅客户讲清系统价值（不谈技术术语谈体验）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Q：答辩三大证据是什么？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Q：费曼环节占答辩多少分？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Q：最佳团队的评判标准？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课后作业：课程反思报告（500 字）：双元制/费曼/布鲁姆各自的收获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企业衔接：企业师傅评审并颁发企业实践证明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